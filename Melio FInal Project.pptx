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2"/>
  </p:notesMasterIdLst>
  <p:handoutMasterIdLst>
    <p:handoutMasterId r:id="rId13"/>
  </p:handoutMasterIdLst>
  <p:sldIdLst>
    <p:sldId id="278" r:id="rId5"/>
    <p:sldId id="293" r:id="rId6"/>
    <p:sldId id="294" r:id="rId7"/>
    <p:sldId id="282" r:id="rId8"/>
    <p:sldId id="284" r:id="rId9"/>
    <p:sldId id="295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D3A01-51FB-45C9-979B-3D6B2D998EF4}" v="7" dt="2025-12-17T16:55:03.819"/>
  </p1510:revLst>
</p1510:revInfo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5388" autoAdjust="0"/>
  </p:normalViewPr>
  <p:slideViewPr>
    <p:cSldViewPr snapToGrid="0">
      <p:cViewPr varScale="1">
        <p:scale>
          <a:sx n="277" d="100"/>
          <a:sy n="277" d="100"/>
        </p:scale>
        <p:origin x="1164" y="22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io.hannah" userId="280d5edd-50f7-4893-9e20-47304d71899d" providerId="ADAL" clId="{07F5312F-0287-4AE5-8FD4-96232F3CDC35}"/>
    <pc:docChg chg="undo custSel addSld delSld modSld sldOrd">
      <pc:chgData name="melio.hannah" userId="280d5edd-50f7-4893-9e20-47304d71899d" providerId="ADAL" clId="{07F5312F-0287-4AE5-8FD4-96232F3CDC35}" dt="2025-12-17T16:58:40.915" v="758" actId="20577"/>
      <pc:docMkLst>
        <pc:docMk/>
      </pc:docMkLst>
      <pc:sldChg chg="modSp mod">
        <pc:chgData name="melio.hannah" userId="280d5edd-50f7-4893-9e20-47304d71899d" providerId="ADAL" clId="{07F5312F-0287-4AE5-8FD4-96232F3CDC35}" dt="2025-12-17T16:50:52.973" v="725" actId="1076"/>
        <pc:sldMkLst>
          <pc:docMk/>
          <pc:sldMk cId="2803092014" sldId="278"/>
        </pc:sldMkLst>
        <pc:spChg chg="mod">
          <ac:chgData name="melio.hannah" userId="280d5edd-50f7-4893-9e20-47304d71899d" providerId="ADAL" clId="{07F5312F-0287-4AE5-8FD4-96232F3CDC35}" dt="2025-12-17T16:50:52.973" v="725" actId="1076"/>
          <ac:spMkLst>
            <pc:docMk/>
            <pc:sldMk cId="2803092014" sldId="278"/>
            <ac:spMk id="4" creationId="{10047101-8D42-6100-9CEA-AEC0FAEAB606}"/>
          </ac:spMkLst>
        </pc:spChg>
      </pc:sldChg>
      <pc:sldChg chg="addSp modSp mod">
        <pc:chgData name="melio.hannah" userId="280d5edd-50f7-4893-9e20-47304d71899d" providerId="ADAL" clId="{07F5312F-0287-4AE5-8FD4-96232F3CDC35}" dt="2025-12-17T16:58:40.915" v="758" actId="20577"/>
        <pc:sldMkLst>
          <pc:docMk/>
          <pc:sldMk cId="652841706" sldId="284"/>
        </pc:sldMkLst>
        <pc:spChg chg="add mod">
          <ac:chgData name="melio.hannah" userId="280d5edd-50f7-4893-9e20-47304d71899d" providerId="ADAL" clId="{07F5312F-0287-4AE5-8FD4-96232F3CDC35}" dt="2025-12-17T16:58:33.433" v="757" actId="20577"/>
          <ac:spMkLst>
            <pc:docMk/>
            <pc:sldMk cId="652841706" sldId="284"/>
            <ac:spMk id="3" creationId="{B97322E0-74DD-7564-3330-E1AF62450D6D}"/>
          </ac:spMkLst>
        </pc:spChg>
        <pc:spChg chg="mod">
          <ac:chgData name="melio.hannah" userId="280d5edd-50f7-4893-9e20-47304d71899d" providerId="ADAL" clId="{07F5312F-0287-4AE5-8FD4-96232F3CDC35}" dt="2025-12-17T16:58:40.915" v="758" actId="20577"/>
          <ac:spMkLst>
            <pc:docMk/>
            <pc:sldMk cId="652841706" sldId="284"/>
            <ac:spMk id="6" creationId="{5E6900FF-20FC-F8FA-DC3C-65928530063E}"/>
          </ac:spMkLst>
        </pc:spChg>
      </pc:sldChg>
      <pc:sldChg chg="modSp mod">
        <pc:chgData name="melio.hannah" userId="280d5edd-50f7-4893-9e20-47304d71899d" providerId="ADAL" clId="{07F5312F-0287-4AE5-8FD4-96232F3CDC35}" dt="2025-12-17T16:46:10.977" v="663" actId="2711"/>
        <pc:sldMkLst>
          <pc:docMk/>
          <pc:sldMk cId="2855514139" sldId="285"/>
        </pc:sldMkLst>
        <pc:spChg chg="mod">
          <ac:chgData name="melio.hannah" userId="280d5edd-50f7-4893-9e20-47304d71899d" providerId="ADAL" clId="{07F5312F-0287-4AE5-8FD4-96232F3CDC35}" dt="2025-12-17T16:46:10.977" v="663" actId="2711"/>
          <ac:spMkLst>
            <pc:docMk/>
            <pc:sldMk cId="2855514139" sldId="285"/>
            <ac:spMk id="7" creationId="{8A84D4AF-8D29-5A55-F3F8-1E928E3B08FF}"/>
          </ac:spMkLst>
        </pc:spChg>
      </pc:sldChg>
      <pc:sldChg chg="modSp mod">
        <pc:chgData name="melio.hannah" userId="280d5edd-50f7-4893-9e20-47304d71899d" providerId="ADAL" clId="{07F5312F-0287-4AE5-8FD4-96232F3CDC35}" dt="2025-12-17T16:31:16.546" v="422" actId="20577"/>
        <pc:sldMkLst>
          <pc:docMk/>
          <pc:sldMk cId="4190854501" sldId="294"/>
        </pc:sldMkLst>
        <pc:spChg chg="mod">
          <ac:chgData name="melio.hannah" userId="280d5edd-50f7-4893-9e20-47304d71899d" providerId="ADAL" clId="{07F5312F-0287-4AE5-8FD4-96232F3CDC35}" dt="2025-12-17T16:31:16.546" v="422" actId="20577"/>
          <ac:spMkLst>
            <pc:docMk/>
            <pc:sldMk cId="4190854501" sldId="294"/>
            <ac:spMk id="3" creationId="{2B964CB3-9460-AB6C-4634-EF821CED9D2E}"/>
          </ac:spMkLst>
        </pc:spChg>
      </pc:sldChg>
      <pc:sldChg chg="addSp delSp modSp new mod ord setBg">
        <pc:chgData name="melio.hannah" userId="280d5edd-50f7-4893-9e20-47304d71899d" providerId="ADAL" clId="{07F5312F-0287-4AE5-8FD4-96232F3CDC35}" dt="2025-12-17T16:57:34.847" v="755" actId="2711"/>
        <pc:sldMkLst>
          <pc:docMk/>
          <pc:sldMk cId="53448703" sldId="295"/>
        </pc:sldMkLst>
        <pc:spChg chg="mod">
          <ac:chgData name="melio.hannah" userId="280d5edd-50f7-4893-9e20-47304d71899d" providerId="ADAL" clId="{07F5312F-0287-4AE5-8FD4-96232F3CDC35}" dt="2025-12-17T16:55:50.235" v="749" actId="1076"/>
          <ac:spMkLst>
            <pc:docMk/>
            <pc:sldMk cId="53448703" sldId="295"/>
            <ac:spMk id="2" creationId="{8B245FFB-A2C3-AB5F-8FD6-3063C90DE060}"/>
          </ac:spMkLst>
        </pc:spChg>
        <pc:spChg chg="mod">
          <ac:chgData name="melio.hannah" userId="280d5edd-50f7-4893-9e20-47304d71899d" providerId="ADAL" clId="{07F5312F-0287-4AE5-8FD4-96232F3CDC35}" dt="2025-12-17T16:57:34.847" v="755" actId="2711"/>
          <ac:spMkLst>
            <pc:docMk/>
            <pc:sldMk cId="53448703" sldId="295"/>
            <ac:spMk id="3" creationId="{2EF04EAC-9F4B-D352-A4B9-709E40F55376}"/>
          </ac:spMkLst>
        </pc:spChg>
        <pc:spChg chg="add">
          <ac:chgData name="melio.hannah" userId="280d5edd-50f7-4893-9e20-47304d71899d" providerId="ADAL" clId="{07F5312F-0287-4AE5-8FD4-96232F3CDC35}" dt="2025-12-17T16:45:18.182" v="658" actId="26606"/>
          <ac:spMkLst>
            <pc:docMk/>
            <pc:sldMk cId="53448703" sldId="295"/>
            <ac:spMk id="17" creationId="{A5931BE0-4B93-4D6C-878E-ACC59D6B4587}"/>
          </ac:spMkLst>
        </pc:spChg>
        <pc:spChg chg="add">
          <ac:chgData name="melio.hannah" userId="280d5edd-50f7-4893-9e20-47304d71899d" providerId="ADAL" clId="{07F5312F-0287-4AE5-8FD4-96232F3CDC35}" dt="2025-12-17T16:45:18.182" v="658" actId="26606"/>
          <ac:spMkLst>
            <pc:docMk/>
            <pc:sldMk cId="53448703" sldId="295"/>
            <ac:spMk id="24" creationId="{647A77D8-817B-4A9F-86AA-FE781E813DBC}"/>
          </ac:spMkLst>
        </pc:spChg>
        <pc:grpChg chg="add">
          <ac:chgData name="melio.hannah" userId="280d5edd-50f7-4893-9e20-47304d71899d" providerId="ADAL" clId="{07F5312F-0287-4AE5-8FD4-96232F3CDC35}" dt="2025-12-17T16:45:18.182" v="658" actId="26606"/>
          <ac:grpSpMkLst>
            <pc:docMk/>
            <pc:sldMk cId="53448703" sldId="295"/>
            <ac:grpSpMk id="11" creationId="{3BDBC526-6DCD-4FF6-8395-D8C22E46E527}"/>
          </ac:grpSpMkLst>
        </pc:grpChg>
        <pc:grpChg chg="add">
          <ac:chgData name="melio.hannah" userId="280d5edd-50f7-4893-9e20-47304d71899d" providerId="ADAL" clId="{07F5312F-0287-4AE5-8FD4-96232F3CDC35}" dt="2025-12-17T16:45:18.182" v="658" actId="26606"/>
          <ac:grpSpMkLst>
            <pc:docMk/>
            <pc:sldMk cId="53448703" sldId="295"/>
            <ac:grpSpMk id="19" creationId="{183B29DA-9BB8-4BA8-B8E1-8C2B544078C7}"/>
          </ac:grpSpMkLst>
        </pc:grpChg>
        <pc:graphicFrameChg chg="add del">
          <ac:chgData name="melio.hannah" userId="280d5edd-50f7-4893-9e20-47304d71899d" providerId="ADAL" clId="{07F5312F-0287-4AE5-8FD4-96232F3CDC35}" dt="2025-12-17T16:40:37.124" v="566"/>
          <ac:graphicFrameMkLst>
            <pc:docMk/>
            <pc:sldMk cId="53448703" sldId="295"/>
            <ac:graphicFrameMk id="4" creationId="{E0E56BCA-769E-C4A6-98DE-FBD9418ED343}"/>
          </ac:graphicFrameMkLst>
        </pc:graphicFrameChg>
        <pc:picChg chg="add mod">
          <ac:chgData name="melio.hannah" userId="280d5edd-50f7-4893-9e20-47304d71899d" providerId="ADAL" clId="{07F5312F-0287-4AE5-8FD4-96232F3CDC35}" dt="2025-12-17T16:45:18.182" v="658" actId="26606"/>
          <ac:picMkLst>
            <pc:docMk/>
            <pc:sldMk cId="53448703" sldId="295"/>
            <ac:picMk id="6" creationId="{C48B7087-D008-CD75-06E4-BB5A6D0B7902}"/>
          </ac:picMkLst>
        </pc:picChg>
      </pc:sldChg>
      <pc:sldChg chg="new del ord">
        <pc:chgData name="melio.hannah" userId="280d5edd-50f7-4893-9e20-47304d71899d" providerId="ADAL" clId="{07F5312F-0287-4AE5-8FD4-96232F3CDC35}" dt="2025-12-17T16:23:09.834" v="225" actId="47"/>
        <pc:sldMkLst>
          <pc:docMk/>
          <pc:sldMk cId="2939898299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9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1" r:id="rId14"/>
    <p:sldLayoutId id="214748372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7823" y="0"/>
            <a:ext cx="5764177" cy="3313977"/>
          </a:xfrm>
          <a:noFill/>
        </p:spPr>
        <p:txBody>
          <a:bodyPr anchor="ctr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Autism Prevalence among U.S States </a:t>
            </a:r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843DFB-026B-8782-3700-C409DA38B257}"/>
              </a:ext>
            </a:extLst>
          </p:cNvPr>
          <p:cNvSpPr txBox="1"/>
          <p:nvPr/>
        </p:nvSpPr>
        <p:spPr>
          <a:xfrm>
            <a:off x="7613106" y="3660240"/>
            <a:ext cx="340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Hannah Raquel Melio</a:t>
            </a: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BB85D-962E-29D8-F126-910D9189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0" y="143404"/>
            <a:ext cx="11090275" cy="85808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05F08-4BD1-7ECC-D9C5-0D8DE8EFAB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5478" y="1451671"/>
            <a:ext cx="5545135" cy="468787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autism prevalence data to understand trends over time and differences across state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data that is meaningful to me and others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questions:</a:t>
            </a:r>
          </a:p>
          <a:p>
            <a:pPr marL="9715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autism prevalence rate for each year included in the dataset? </a:t>
            </a:r>
          </a:p>
          <a:p>
            <a:pPr marL="9715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years show the largest increases in autism prevalence across states? </a:t>
            </a:r>
          </a:p>
          <a:p>
            <a:pPr marL="9715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autism prevalence differ by state in the most recent year of data?</a:t>
            </a:r>
          </a:p>
          <a:p>
            <a:pPr marL="971550" lvl="1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has the reported autism prevalence changed from the earliest year in the dataset to the most recent year?</a:t>
            </a:r>
          </a:p>
          <a:p>
            <a:endParaRPr lang="en-US" dirty="0"/>
          </a:p>
        </p:txBody>
      </p:sp>
      <p:pic>
        <p:nvPicPr>
          <p:cNvPr id="1026" name="Picture 2" descr="Autism Worksheets Printables - King Printables">
            <a:extLst>
              <a:ext uri="{FF2B5EF4-FFF2-40B4-BE49-F238E27FC236}">
                <a16:creationId xmlns:a16="http://schemas.microsoft.com/office/drawing/2014/main" id="{0163555F-6350-535D-3847-AE1FE5D27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7" y="2899228"/>
            <a:ext cx="5922961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68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9681-4F3A-FB70-E5D7-7CE676A22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0"/>
            <a:ext cx="11090275" cy="923961"/>
          </a:xfrm>
        </p:spPr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64CB3-9460-AB6C-4634-EF821CED9D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472406"/>
            <a:ext cx="11090274" cy="3039633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 </a:t>
            </a:r>
            <a:r>
              <a:rPr lang="en-US" sz="2000" dirty="0"/>
              <a:t>used a .csv file from the CDC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Python,  PANDAS,  Matplotlib,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Each row in the dataset represents a U.S. State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The main characteristics I worked with include:</a:t>
            </a:r>
          </a:p>
          <a:p>
            <a:pPr marL="971550" lvl="1" indent="-285750">
              <a:buFont typeface="Wingdings" panose="05000000000000000000" pitchFamily="2" charset="2"/>
              <a:buChar char="v"/>
            </a:pPr>
            <a:r>
              <a:rPr lang="en-US" sz="2000" dirty="0"/>
              <a:t>State</a:t>
            </a:r>
          </a:p>
          <a:p>
            <a:pPr marL="971550" lvl="1" indent="-285750">
              <a:buFont typeface="Wingdings" panose="05000000000000000000" pitchFamily="2" charset="2"/>
              <a:buChar char="v"/>
            </a:pPr>
            <a:r>
              <a:rPr lang="en-US" sz="2000" dirty="0"/>
              <a:t>Year</a:t>
            </a:r>
          </a:p>
          <a:p>
            <a:pPr marL="971550" lvl="1" indent="-285750">
              <a:buFont typeface="Wingdings" panose="05000000000000000000" pitchFamily="2" charset="2"/>
              <a:buChar char="v"/>
            </a:pPr>
            <a:r>
              <a:rPr lang="en-US" sz="2000" dirty="0"/>
              <a:t>Autism prevalence per 1,000 children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8" name="Picture 7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0828749E-5820-5E71-18A5-4B7D12106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4512039"/>
            <a:ext cx="11601450" cy="2219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CCC342-C9B1-F12B-8FED-062D6F977B34}"/>
              </a:ext>
            </a:extLst>
          </p:cNvPr>
          <p:cNvSpPr txBox="1"/>
          <p:nvPr/>
        </p:nvSpPr>
        <p:spPr>
          <a:xfrm>
            <a:off x="7392558" y="4142707"/>
            <a:ext cx="308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Head of Raw Data:</a:t>
            </a:r>
          </a:p>
        </p:txBody>
      </p:sp>
    </p:spTree>
    <p:extLst>
      <p:ext uri="{BB962C8B-B14F-4D97-AF65-F5344CB8AC3E}">
        <p14:creationId xmlns:p14="http://schemas.microsoft.com/office/powerpoint/2010/main" val="419085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112573"/>
            <a:ext cx="11090275" cy="146803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1: What is the autism prevalence rate for each year included in the dataset?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 descr="A graph showing the growth of autism">
            <a:extLst>
              <a:ext uri="{FF2B5EF4-FFF2-40B4-BE49-F238E27FC236}">
                <a16:creationId xmlns:a16="http://schemas.microsoft.com/office/drawing/2014/main" id="{FED45697-5AE8-F9FB-5635-8471CBA89BB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868" y="1890826"/>
            <a:ext cx="6848475" cy="386715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39A4CE-17C2-DE00-C9A6-3283FAC44607}"/>
              </a:ext>
            </a:extLst>
          </p:cNvPr>
          <p:cNvSpPr txBox="1"/>
          <p:nvPr/>
        </p:nvSpPr>
        <p:spPr>
          <a:xfrm>
            <a:off x="667657" y="1580607"/>
            <a:ext cx="3628572" cy="336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used a Line Chart to demonstrate the changes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 correlation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follow up question: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causes the peaks seen at ~2011/2012 and ~2021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E717A1-835C-8397-1747-89287FC08AF6}"/>
              </a:ext>
            </a:extLst>
          </p:cNvPr>
          <p:cNvSpPr txBox="1"/>
          <p:nvPr/>
        </p:nvSpPr>
        <p:spPr>
          <a:xfrm>
            <a:off x="5326925" y="6039735"/>
            <a:ext cx="5546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 chart showing autism prevalences increasing over the years 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18592"/>
            <a:ext cx="8418967" cy="10754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3: How does autism prevalence differ by state in the most recent year of data?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graph of the number of states&#10;&#10;AI-generated content may be incorrect.">
            <a:extLst>
              <a:ext uri="{FF2B5EF4-FFF2-40B4-BE49-F238E27FC236}">
                <a16:creationId xmlns:a16="http://schemas.microsoft.com/office/drawing/2014/main" id="{76998BF0-0C7B-5E44-A978-9B5E5493A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542" y="2338465"/>
            <a:ext cx="6315426" cy="332511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6900FF-20FC-F8FA-DC3C-65928530063E}"/>
              </a:ext>
            </a:extLst>
          </p:cNvPr>
          <p:cNvSpPr txBox="1"/>
          <p:nvPr/>
        </p:nvSpPr>
        <p:spPr>
          <a:xfrm>
            <a:off x="374754" y="1903751"/>
            <a:ext cx="4796853" cy="3228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Autism prevalence varies by state, highlighting differences in: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screening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services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3 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Pennsylvania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Massachusetts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7322E0-74DD-7564-3330-E1AF62450D6D}"/>
              </a:ext>
            </a:extLst>
          </p:cNvPr>
          <p:cNvSpPr txBox="1"/>
          <p:nvPr/>
        </p:nvSpPr>
        <p:spPr>
          <a:xfrm>
            <a:off x="6021083" y="5859920"/>
            <a:ext cx="542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Horizontal Bar Graph Showing the Prevalence per State (highlighting top three)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45FFB-A2C3-AB5F-8FD6-3063C90D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2" y="280131"/>
            <a:ext cx="3565524" cy="86200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04EAC-9F4B-D352-A4B9-709E40F55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456" y="1532263"/>
            <a:ext cx="3565525" cy="3414425"/>
          </a:xfrm>
        </p:spPr>
        <p:txBody>
          <a:bodyPr vert="horz" wrap="square" lIns="0" tIns="0" rIns="0" bIns="0" rtlCol="0"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demographic factors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regions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access to diagnostic services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newer data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age</a:t>
            </a:r>
          </a:p>
          <a:p>
            <a:endParaRPr lang="en-US" sz="16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6" name="Picture 5" descr="A puzzle pieces with a puzzle piece missing&#10;&#10;AI-generated content may be incorrect.">
            <a:extLst>
              <a:ext uri="{FF2B5EF4-FFF2-40B4-BE49-F238E27FC236}">
                <a16:creationId xmlns:a16="http://schemas.microsoft.com/office/drawing/2014/main" id="{C48B7087-D008-CD75-06E4-BB5A6D0B7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" r="14848" b="-1"/>
          <a:stretch>
            <a:fillRect/>
          </a:stretch>
        </p:blipFill>
        <p:spPr>
          <a:xfrm>
            <a:off x="5588000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83B29DA-9BB8-4BA8-B8E1-8C2B5440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D02496F8-166D-469A-8040-08608013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23E648A7-A02A-4DC7-9FEC-489F1BA6F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4EF573B1-38BC-4C7B-894C-BE3864A04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647A77D8-817B-4A9F-86AA-FE781E81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8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{85F135D9-502A-493C-BDF9-CEEDA625985F}TF7eddf224-c89c-478f-8f2f-bfb086892169e70e2347_win32-b3bdf7c6e0ee</Template>
  <TotalTime>110</TotalTime>
  <Words>284</Words>
  <Application>Microsoft Office PowerPoint</Application>
  <PresentationFormat>Widescreen</PresentationFormat>
  <Paragraphs>47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Gill Sans MT</vt:lpstr>
      <vt:lpstr>Times New Roman</vt:lpstr>
      <vt:lpstr>Walbaum Display</vt:lpstr>
      <vt:lpstr>Wingdings</vt:lpstr>
      <vt:lpstr>3DFloatVTI</vt:lpstr>
      <vt:lpstr>Analysis of Autism Prevalence among U.S States </vt:lpstr>
      <vt:lpstr>Reasoning and Purpose</vt:lpstr>
      <vt:lpstr>Methodology </vt:lpstr>
      <vt:lpstr>Question 1: What is the autism prevalence rate for each year included in the dataset?  </vt:lpstr>
      <vt:lpstr>Question 3: How does autism prevalence differ by state in the most recent year of data? </vt:lpstr>
      <vt:lpstr>Future Work 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melio.hannah</dc:creator>
  <cp:lastModifiedBy>melio.hannah</cp:lastModifiedBy>
  <cp:revision>1</cp:revision>
  <dcterms:created xsi:type="dcterms:W3CDTF">2025-12-17T14:57:51Z</dcterms:created>
  <dcterms:modified xsi:type="dcterms:W3CDTF">2025-12-17T16:58:41Z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